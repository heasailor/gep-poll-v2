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 TrainIQ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Assessment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Day 1 — Portal Overview &amp; Project Request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Pertamina Phase 5 — GEP SMART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  |  Pre-Test Avg: 0%  |  Post-Test Avg: 0%  |  Pass Rate: 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+0% improvement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Results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himanshu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Himanshu Tets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Analysis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Correct Pre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Correct 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Siapakah yang membuat Project Request?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Ketika membuat Project Request from blank dan belum di save,...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saja urutan phase yang terdapat pada Project?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Penambahan lampiran atau dokumen lainnya dalam Project modul...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Dalam Project Module, berikut adalah yang harus diisi pada b...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Untuk mengakses menu Catalog di SMART pengguna dapat memilih...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bukan termasuk tipe dari Catalog: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merequest barang pada Catalog adalah: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Berikut adalah jenis View yang terdapat pada Catalog, kecual...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Informasi perihal barang tersebut merupakan barang kontrak a...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2026-06-17T17:57:18Z</dcterms:created>
  <dcterms:modified xsi:type="dcterms:W3CDTF">2026-06-17T17:57:18Z</dcterms:modified>
</cp:coreProperties>
</file>